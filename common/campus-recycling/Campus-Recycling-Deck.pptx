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2761"/>
                </a:solidFill>
              </a:rPr>
              <a:t>Campus Recycling Program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90011"/>
                </a:solidFill>
              </a:rPr>
              <a:t>Simulated educational data (2023-2024) used for training and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D2D2D"/>
                </a:solidFill>
              </a:rPr>
              <a:t>Episode 08 PowerPoint MCP deck based on the approved Campus Recycling source paper.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61"/>
                </a:solidFill>
              </a:rPr>
              <a:t>Data Snapshot (Simulated)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/>
                        <a:t>Year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Landfill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Recycling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Compost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Total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Diversion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/>
                        <a:t>2023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930.0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602.7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296.6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1829.3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49.2%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/>
                        <a:t>2024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807.5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703.5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361.7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1872.7 tons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56.9%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004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05050"/>
                </a:solidFill>
              </a:rPr>
              <a:t>Source: campus-waste-data-2023-2024-simulated.csv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61"/>
                </a:solidFill>
              </a:rPr>
              <a:t>Key Findings</a:t>
            </a:r>
          </a:p>
        </p:txBody>
      </p:sp>
      <p:pic>
        <p:nvPicPr>
          <p:cNvPr id="3" name="Picture 2" descr="diversion-rate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512064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2D2D"/>
                </a:solidFill>
              </a:rPr>
              <a:t>• Diversion improved from 49.2% to 56.9%.</a:t>
            </a:r>
          </a:p>
          <a:p>
            <a:r>
              <a:rPr sz="1800">
                <a:solidFill>
                  <a:srgbClr val="2D2D2D"/>
                </a:solidFill>
              </a:rPr>
              <a:t>• Landfill decreased by 122.5 tons year-over-year.</a:t>
            </a:r>
          </a:p>
          <a:p>
            <a:r>
              <a:rPr sz="1800">
                <a:solidFill>
                  <a:srgbClr val="2D2D2D"/>
                </a:solidFill>
              </a:rPr>
              <a:t>• Average contamination dropped from 17.4% to 14.2%.</a:t>
            </a:r>
          </a:p>
        </p:txBody>
      </p:sp>
      <p:pic>
        <p:nvPicPr>
          <p:cNvPr id="5" name="Picture 4" descr="contamination-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657600"/>
            <a:ext cx="51206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2D2D"/>
                </a:solidFill>
              </a:rPr>
              <a:t>1) Standardize tri-bin stations with icon-first signage in high-traffic zones.</a:t>
            </a:r>
          </a:p>
          <a:p>
            <a:r>
              <a:rPr sz="1800">
                <a:solidFill>
                  <a:srgbClr val="2D2D2D"/>
                </a:solidFill>
              </a:rPr>
              <a:t>2) Run monthly contamination-focused messaging with common error examples.</a:t>
            </a:r>
          </a:p>
          <a:p>
            <a:r>
              <a:rPr sz="1800">
                <a:solidFill>
                  <a:srgbClr val="2D2D2D"/>
                </a:solidFill>
              </a:rPr>
              <a:t>3) Publish building-level waste snapshots to sustain behavior feedback loops.</a:t>
            </a:r>
          </a:p>
        </p:txBody>
      </p:sp>
      <p:pic>
        <p:nvPicPr>
          <p:cNvPr id="3" name="Picture 2" descr="waste-stream-annual-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475488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</a:rPr>
              <a:t>Evidence-Based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</a:rPr>
              <a:t>Limitations and Source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2D2D"/>
                </a:solidFill>
              </a:rPr>
              <a:t>Limitations:</a:t>
            </a:r>
          </a:p>
          <a:p>
            <a:r>
              <a:rPr sz="1700">
                <a:solidFill>
                  <a:srgbClr val="2D2D2D"/>
                </a:solidFill>
              </a:rPr>
              <a:t>• Dataset is simulated for educational use, not institutional reporting.</a:t>
            </a:r>
          </a:p>
          <a:p>
            <a:r>
              <a:rPr sz="1700">
                <a:solidFill>
                  <a:srgbClr val="2D2D2D"/>
                </a:solidFill>
              </a:rPr>
              <a:t>• Monthly values simplify operational variability and day-level events.</a:t>
            </a:r>
          </a:p>
          <a:p>
            <a:r>
              <a:rPr sz="1700">
                <a:solidFill>
                  <a:srgbClr val="2D2D2D"/>
                </a:solidFill>
              </a:rPr>
              <a:t>• Recommendations should be validated with real audits before policy use.</a:t>
            </a:r>
          </a:p>
          <a:p/>
          <a:p>
            <a:r>
              <a:rPr sz="1700">
                <a:solidFill>
                  <a:srgbClr val="2D2D2D"/>
                </a:solidFill>
              </a:rPr>
              <a:t>Source notes:</a:t>
            </a:r>
          </a:p>
          <a:p>
            <a:r>
              <a:rPr sz="1700">
                <a:solidFill>
                  <a:srgbClr val="2D2D2D"/>
                </a:solidFill>
              </a:rPr>
              <a:t>• CSV: campus-waste-data-2023-2024-simulated.csv</a:t>
            </a:r>
          </a:p>
          <a:p>
            <a:r>
              <a:rPr sz="1700">
                <a:solidFill>
                  <a:srgbClr val="2D2D2D"/>
                </a:solidFill>
              </a:rPr>
              <a:t>• Paper: Campus-Recycling-Source-Paper.docx/.pdf</a:t>
            </a:r>
          </a:p>
          <a:p>
            <a:r>
              <a:rPr sz="1700">
                <a:solidFill>
                  <a:srgbClr val="2D2D2D"/>
                </a:solidFill>
              </a:rPr>
              <a:t>• Charts generated directly from the simulated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303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87878"/>
                </a:solidFill>
              </a:rPr>
              <a:t>Student AI Learning Series · Episode 08 MCP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2D2D"/>
                </a:solidFill>
              </a:rPr>
              <a:t>• Pilot two signage variants in parallel and compare contamination outcomes.</a:t>
            </a:r>
          </a:p>
          <a:p>
            <a:r>
              <a:rPr sz="1800">
                <a:solidFill>
                  <a:srgbClr val="2D2D2D"/>
                </a:solidFill>
              </a:rPr>
              <a:t>• Publish monthly building-level dashboard snapshots.</a:t>
            </a:r>
          </a:p>
          <a:p>
            <a:r>
              <a:rPr sz="1800">
                <a:solidFill>
                  <a:srgbClr val="2D2D2D"/>
                </a:solidFill>
              </a:rPr>
              <a:t>• Keep source pack and deck linked from the Campus Recycling project page.</a:t>
            </a:r>
          </a:p>
          <a:p/>
          <a:p>
            <a:r>
              <a:rPr sz="1800">
                <a:solidFill>
                  <a:srgbClr val="2D2D2D"/>
                </a:solidFill>
              </a:rPr>
              <a:t>Repository artifacts:</a:t>
            </a:r>
          </a:p>
          <a:p>
            <a:r>
              <a:rPr sz="1800">
                <a:solidFill>
                  <a:srgbClr val="2D2D2D"/>
                </a:solidFill>
              </a:rPr>
              <a:t>common/campus-recycling/Campus-Recycling-Source-Paper.pdf</a:t>
            </a:r>
          </a:p>
          <a:p>
            <a:r>
              <a:rPr sz="1800">
                <a:solidFill>
                  <a:srgbClr val="2D2D2D"/>
                </a:solidFill>
              </a:rPr>
              <a:t>common/campus-recycling/Campus-Recycling-Deck.pptx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61"/>
                </a:solidFill>
              </a:rPr>
              <a:t>Next Steps and Artifact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Recycling Program Review (Simulated Data)</dc:title>
  <dc:subject>Episode 08 PowerPoint MCP artifact</dc:subject>
  <dc:creator>Student AI Learning Series Team</dc:creator>
  <cp:keywords>campus recycling,simulated data,episode 08,mcp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