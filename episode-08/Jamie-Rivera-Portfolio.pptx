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256032" cy="155448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3317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Jamie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DCCF"/>
                </a:solidFill>
                <a:latin typeface="Segoe UI"/>
              </a:rPr>
              <a:t>Communication &amp; Media Studies Student  ·  Storyteller and data-curious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6F3D"/>
                </a:solidFill>
                <a:latin typeface="Segoe UI"/>
              </a:rPr>
              <a:t>Seattle, WA   ·   jamie.rivera@cascade.edu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9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2F2A26"/>
                </a:solidFill>
                <a:latin typeface="Segoe UI"/>
              </a:rPr>
              <a:t>Junior Communication &amp; Media Studies major at Cascade State University, with a minor in Data Analytics.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F2A26"/>
                </a:solidFill>
                <a:latin typeface="Segoe UI"/>
              </a:rPr>
              <a:t>I turn ideas into clear stories across writing, audio, and social, then use simple data to show impact.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F2A26"/>
                </a:solidFill>
                <a:latin typeface="Segoe UI"/>
              </a:rPr>
              <a:t>Looking for roles in content, communications, and community programs.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45D"/>
                </a:solidFill>
                <a:latin typeface="Segoe UI"/>
              </a:rPr>
              <a:t>Jamie Rivera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9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Marketing &amp; Communications Intern — Greenline Community Trust (Jun 2025–Present):  </a:t>
            </a:r>
            <a:r>
              <a:rPr sz="1700">
                <a:solidFill>
                  <a:srgbClr val="2F2A26"/>
                </a:solidFill>
                <a:latin typeface="Segoe UI"/>
              </a:rPr>
              <a:t>Grew Instagram following 40% in one semester; weekly newsletter to 1,200+ subscribers; short-form video recaps.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Peer Writing Tutor — Cascade State Writing Center (Sep 2024–Present):  </a:t>
            </a:r>
            <a:r>
              <a:rPr sz="1700">
                <a:solidFill>
                  <a:srgbClr val="2F2A26"/>
                </a:solidFill>
                <a:latin typeface="Segoe UI"/>
              </a:rPr>
              <a:t>Coach 60+ students per term; led two campus workshops on clear writing.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Barista — Foghorn Coffee (2023–2024):  </a:t>
            </a:r>
            <a:r>
              <a:rPr sz="1700">
                <a:solidFill>
                  <a:srgbClr val="2F2A26"/>
                </a:solidFill>
                <a:latin typeface="Segoe UI"/>
              </a:rPr>
              <a:t>Trained four new hires and kept service moving during high-volume mornings.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45D"/>
                </a:solidFill>
                <a:latin typeface="Segoe UI"/>
              </a:rPr>
              <a:t>Jamie Rivera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9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Featured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First-Gen Voices Podcast:  </a:t>
            </a:r>
            <a:r>
              <a:rPr sz="1700">
                <a:solidFill>
                  <a:srgbClr val="2F2A26"/>
                </a:solidFill>
                <a:latin typeface="Segoe UI"/>
              </a:rPr>
              <a:t>Founder &amp; producer — 15 episodes, 2,000+ downloads.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Campus Recycling Dashboard:  </a:t>
            </a:r>
            <a:r>
              <a:rPr sz="1700">
                <a:solidFill>
                  <a:srgbClr val="2F2A26"/>
                </a:solidFill>
                <a:latin typeface="Segoe UI"/>
              </a:rPr>
              <a:t>Analyzed two years of waste data; three recommendations piloted.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Greenline Content Refresh:  </a:t>
            </a:r>
            <a:r>
              <a:rPr sz="1700">
                <a:solidFill>
                  <a:srgbClr val="2F2A26"/>
                </a:solidFill>
                <a:latin typeface="Segoe UI"/>
              </a:rPr>
              <a:t>Rewrote the Get Involved page; simplified signups to lift completions.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Trail Journal:  </a:t>
            </a:r>
            <a:r>
              <a:rPr sz="1700">
                <a:solidFill>
                  <a:srgbClr val="2F2A26"/>
                </a:solidFill>
                <a:latin typeface="Segoe UI"/>
              </a:rPr>
              <a:t>A growing photo-and-notes log of Pacific Northwest day hikes.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45D"/>
                </a:solidFill>
                <a:latin typeface="Segoe UI"/>
              </a:rPr>
              <a:t>Jamie Rivera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9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Tools:  </a:t>
            </a:r>
            <a:r>
              <a:rPr sz="1700">
                <a:solidFill>
                  <a:srgbClr val="2F2A26"/>
                </a:solidFill>
                <a:latin typeface="Segoe UI"/>
              </a:rPr>
              <a:t>Microsoft 365 (Word, Excel, PowerPoint), Canva, Adobe Express, Audacity, basic HTML &amp; CSS, Git &amp; GitHub (learning)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Data:  </a:t>
            </a:r>
            <a:r>
              <a:rPr sz="1700">
                <a:solidFill>
                  <a:srgbClr val="2F2A26"/>
                </a:solidFill>
                <a:latin typeface="Segoe UI"/>
              </a:rPr>
              <a:t>Spreadsheets, basic charting, survey design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Communication:  </a:t>
            </a:r>
            <a:r>
              <a:rPr sz="1700">
                <a:solidFill>
                  <a:srgbClr val="2F2A26"/>
                </a:solidFill>
                <a:latin typeface="Segoe UI"/>
              </a:rPr>
              <a:t>Copywriting, public speaking, social media strategy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A95A2E"/>
                </a:solidFill>
                <a:latin typeface="Segoe UI"/>
              </a:rPr>
              <a:t>Languages:  </a:t>
            </a:r>
            <a:r>
              <a:rPr sz="1700">
                <a:solidFill>
                  <a:srgbClr val="2F2A26"/>
                </a:solidFill>
                <a:latin typeface="Segoe UI"/>
              </a:rPr>
              <a:t>English (native), Spanish (conversational)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45D"/>
                </a:solidFill>
                <a:latin typeface="Segoe UI"/>
              </a:rPr>
              <a:t>Jamie Rivera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96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A9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A95A2E"/>
                </a:solidFill>
                <a:latin typeface="Segoe UI"/>
              </a:rPr>
              <a:t>Cascade State University — Seattle, WA:  </a:t>
            </a:r>
            <a:r>
              <a:rPr sz="1800">
                <a:solidFill>
                  <a:srgbClr val="2F2A26"/>
                </a:solidFill>
                <a:latin typeface="Segoe UI"/>
              </a:rPr>
              <a:t>B.A. in Communication &amp; Media Studies, Minor in Data Analytics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A95A2E"/>
                </a:solidFill>
                <a:latin typeface="Segoe UI"/>
              </a:rPr>
              <a:t>Expected May 2027:  </a:t>
            </a:r>
            <a:r>
              <a:rPr sz="1800">
                <a:solidFill>
                  <a:srgbClr val="2F2A26"/>
                </a:solidFill>
                <a:latin typeface="Segoe UI"/>
              </a:rPr>
              <a:t>GPA 3.7 / 4.0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A95A2E"/>
                </a:solidFill>
                <a:latin typeface="Segoe UI"/>
              </a:rPr>
              <a:t>Relevant coursework:  </a:t>
            </a:r>
            <a:r>
              <a:rPr sz="1800">
                <a:solidFill>
                  <a:srgbClr val="2F2A26"/>
                </a:solidFill>
                <a:latin typeface="Segoe UI"/>
              </a:rPr>
              <a:t>Digital Media Production, Intro to Data Analytics, Public Relations Writing, Web Content and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45D"/>
                </a:solidFill>
                <a:latin typeface="Segoe UI"/>
              </a:rPr>
              <a:t>Jamie Rivera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6F3D"/>
                </a:solidFill>
                <a:latin typeface="Segoe UI"/>
              </a:rPr>
              <a:t>jamie.rivera@cascade.edu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CDCCF"/>
                </a:solidFill>
                <a:latin typeface="Segoe UI"/>
              </a:rPr>
              <a:t>Founder, First-Gen Voices Podcast   ·   Member, Campus Sustainability Club   ·   Volunteer, Seattle Public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